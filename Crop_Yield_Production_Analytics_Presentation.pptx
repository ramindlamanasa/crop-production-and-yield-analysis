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y ksp" userId="a0d7c6316bc6e666" providerId="LiveId" clId="{53946468-0971-43AB-BF61-E3771C7C05D6}"/>
    <pc:docChg chg="modSld">
      <pc:chgData name="sandy ksp" userId="a0d7c6316bc6e666" providerId="LiveId" clId="{53946468-0971-43AB-BF61-E3771C7C05D6}" dt="2026-09-19T10:46:15.258" v="1" actId="14100"/>
      <pc:docMkLst>
        <pc:docMk/>
      </pc:docMkLst>
      <pc:sldChg chg="modSp mod">
        <pc:chgData name="sandy ksp" userId="a0d7c6316bc6e666" providerId="LiveId" clId="{53946468-0971-43AB-BF61-E3771C7C05D6}" dt="2026-09-19T10:46:15.258" v="1" actId="14100"/>
        <pc:sldMkLst>
          <pc:docMk/>
          <pc:sldMk cId="0" sldId="256"/>
        </pc:sldMkLst>
        <pc:spChg chg="mod">
          <ac:chgData name="sandy ksp" userId="a0d7c6316bc6e666" providerId="LiveId" clId="{53946468-0971-43AB-BF61-E3771C7C05D6}" dt="2026-09-19T10:46:15.258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9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5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4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1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2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0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7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9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7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78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51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435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43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30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56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62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0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7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51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  <p:sldLayoutId id="2147483876" r:id="rId17"/>
    <p:sldLayoutId id="214748387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186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1F3750"/>
                </a:solidFill>
                <a:latin typeface="Aptos Display"/>
              </a:defRPr>
            </a:pPr>
            <a:r>
              <a:rPr dirty="0"/>
              <a:t>CROP &amp; YIELD PRODUCTION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03922"/>
            <a:ext cx="10789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" y="1178242"/>
            <a:ext cx="10668000" cy="15311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Analyze Indian crop production data from 1997–2015 to identify:</a:t>
            </a:r>
          </a:p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Highest and lowest production crops</a:t>
            </a:r>
          </a:p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High-yield crops and locations</a:t>
            </a:r>
          </a:p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Major producing states</a:t>
            </a:r>
          </a:p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Seasonal production patterns</a:t>
            </a:r>
          </a:p>
          <a:p>
            <a:pPr>
              <a:spcAft>
                <a:spcPts val="300"/>
              </a:spcAft>
              <a:defRPr sz="14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Year-over-year production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35114"/>
            <a:ext cx="5120640" cy="2923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rPr sz="1600" dirty="0"/>
              <a:t>Tools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5212080" cy="287001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b="1" dirty="0">
                <a:solidFill>
                  <a:schemeClr val="bg2"/>
                </a:solidFill>
              </a:rPr>
              <a:t>SQL Server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Data cleaning and standardization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Aggregation by Crop, State, District, Year &amp; Season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Production and yield analysis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YoY analysis using LAG()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b="1" dirty="0">
                <a:solidFill>
                  <a:schemeClr val="bg2"/>
                </a:solidFill>
              </a:rPr>
              <a:t>Power BI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KPI cards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Crop &amp; State production analysis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Yield analysis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Season-wise analysis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Interactive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880360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rPr dirty="0"/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154680"/>
            <a:ext cx="5212080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323232"/>
                </a:solidFill>
                <a:latin typeface="Aptos"/>
              </a:defRPr>
            </a:pPr>
            <a:r>
              <a:t>246,091 Records | 124 Crops | 1997–2015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977639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t>Analysis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343400"/>
            <a:ext cx="5212080" cy="7315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323232"/>
                </a:solidFill>
                <a:latin typeface="Aptos"/>
              </a:defRPr>
            </a:pPr>
            <a:r>
              <a:t>Raw Data → SQL Cleaning → SQL Analysis → Power BI →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9109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0"/>
                </a:solidFill>
                <a:latin typeface="Aptos Display"/>
              </a:defRPr>
            </a:pPr>
            <a:r>
              <a:rPr dirty="0"/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F3750"/>
                </a:solidFill>
                <a:latin typeface="Aptos"/>
              </a:defRPr>
            </a:pPr>
            <a:r>
              <a:t>1. Coconut — Highest Total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9601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Total Production: ~129.98 Billion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Kerala: ~97.88B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Andhra Pradesh: ~17.32B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Tamil Nadu: ~12.08B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rPr dirty="0"/>
              <a:t>• Uttar Pradesh: ~3.23B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10789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F3750"/>
                </a:solidFill>
                <a:latin typeface="Aptos"/>
              </a:defRPr>
            </a:pPr>
            <a:r>
              <a:t>2. Sugarcane — Highest Observed Calculated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332720" cy="8686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Location: PATIALA, Punjab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Year: 2011 | Season: Whole Year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Production: 264,000 | Cultivated Area: 3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Calculated Yield: 88,000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17720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3750"/>
                </a:solidFill>
                <a:latin typeface="Aptos"/>
              </a:defRPr>
            </a:pPr>
            <a:r>
              <a:t>3. Bitter Gourd — Lowest Positive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65192"/>
            <a:ext cx="5029200" cy="1005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Total Positive Production: 353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Mainly concentrated in Manipur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Particularly visible during 2002–2003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Season: Whole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617720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3750"/>
                </a:solidFill>
                <a:latin typeface="Aptos"/>
              </a:defRPr>
            </a:pPr>
            <a:r>
              <a:t>4. Seasonal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965192"/>
            <a:ext cx="4937760" cy="1005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Kharif: ~4.03B | Rabi: ~2.05B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Winter: ~0.43B | Summer: ~0.17B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Autumn: ~0.064B</a:t>
            </a:r>
          </a:p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• Whole Year should be analyzed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61726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0"/>
                </a:solidFill>
                <a:latin typeface="Aptos Display"/>
              </a:defRPr>
            </a:pPr>
            <a:r>
              <a:rPr dirty="0"/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1600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Production Concentration — A few crops and states contribute a large share of recorded production.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Production ≠ Yield — High total production does not necessarily mean high yield efficiency.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Extreme Yield Values — Very small cultivated areas can create unusually high calculated yield values.</a:t>
            </a:r>
          </a:p>
          <a:p>
            <a:pPr>
              <a:spcAft>
                <a:spcPts val="300"/>
              </a:spcAft>
              <a:defRPr sz="1350" b="0">
                <a:solidFill>
                  <a:srgbClr val="323232"/>
                </a:solidFill>
                <a:latin typeface="Aptos"/>
              </a:defRPr>
            </a:pPr>
            <a:r>
              <a:t>• Low Production — Low-output crops require additional investigation before identifying a root cause.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t>What Should Be Validated?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212080" cy="18745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Production and area measurement units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Very small cultivated-area records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Zero-production records with cultivated area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Meaning of the Whole Year category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Rainfall and irrigation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Soil and fertilizer information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Weather and pest/disease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3154680"/>
            <a:ext cx="52120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F3750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520440"/>
            <a:ext cx="5212080" cy="18745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01. Focus on major producing crops and states.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02. Analyze Kharif and Rabi separately from Whole Year.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03. Use Production + Area + Yield together.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04. Add external agricultural data to investigate low production.</a:t>
            </a:r>
          </a:p>
          <a:p>
            <a:pPr>
              <a:spcAft>
                <a:spcPts val="300"/>
              </a:spcAft>
              <a:defRPr sz="1300" b="0">
                <a:solidFill>
                  <a:srgbClr val="323232"/>
                </a:solidFill>
                <a:latin typeface="Aptos"/>
              </a:defRPr>
            </a:pPr>
            <a:r>
              <a:t>• 05. Create data-quality checks for zero, missing and extreme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6984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3750"/>
                </a:solidFill>
                <a:latin typeface="Aptos"/>
              </a:defRPr>
            </a:pPr>
            <a:r>
              <a:t>SQL Technical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61888"/>
            <a:ext cx="1069848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323232"/>
                </a:solidFill>
                <a:latin typeface="Aptos"/>
              </a:defRPr>
            </a:pPr>
            <a:r>
              <a:t>Aggregate first → then use LAG() for YoY analysis. This avoids misleading year-over-year comparisons when multiple records exist for the same State + Crop + Year.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6</TotalTime>
  <Words>469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sandyksp</dc:creator>
  <cp:keywords/>
  <dc:description>generated using python-pptx</dc:description>
  <cp:lastModifiedBy>sandy ksp</cp:lastModifiedBy>
  <cp:revision>2</cp:revision>
  <dcterms:created xsi:type="dcterms:W3CDTF">2013-01-27T09:14:16Z</dcterms:created>
  <dcterms:modified xsi:type="dcterms:W3CDTF">2026-09-19T10:46:21Z</dcterms:modified>
  <cp:category/>
</cp:coreProperties>
</file>